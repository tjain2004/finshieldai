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.svg" ContentType="image/svg+xml"/>
  <Override PartName="/ppt/media/image10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6"/>
    <p:sldId id="259" r:id="rId5"/>
    <p:sldId id="261" r:id="rId7"/>
  </p:sldIdLst>
  <p:sldSz cx="18288000" cy="10287000"/>
  <p:notesSz cx="6858000" cy="9144000"/>
  <p:embeddedFontLst>
    <p:embeddedFont>
      <p:font typeface="IBM Plex Sans" panose="020B0503050203000203" pitchFamily="34" charset="0"/>
      <p:regular r:id="rId8"/>
      <p:bold r:id="rId9"/>
      <p:italic r:id="rId10"/>
      <p:boldItalic r:id="rId11"/>
    </p:embeddedFont>
    <p:embeddedFont>
      <p:font typeface="IBM Plex Sans Bold" panose="020B0803050203000203" charset="0"/>
      <p:regular r:id="rId12"/>
    </p:embeddedFont>
    <p:embeddedFont>
      <p:font typeface="League Spartan" panose="020B0604020202020204" charset="0"/>
      <p:regular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C8A8DC-8CB1-44AA-AE20-5E2858A7FCD5}" v="42" dt="2026-09-30T17:57:17.0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01" autoAdjust="0"/>
  </p:normalViewPr>
  <p:slideViewPr>
    <p:cSldViewPr>
      <p:cViewPr>
        <p:scale>
          <a:sx n="50" d="100"/>
          <a:sy n="50" d="100"/>
        </p:scale>
        <p:origin x="931" y="3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ay Yadav" userId="8f4669c7a4b85141" providerId="LiveId" clId="{B5F85550-6B1F-4D46-AD80-39606E146E96}"/>
    <pc:docChg chg="undo custSel modSld">
      <pc:chgData name="Pranay Yadav" userId="8f4669c7a4b85141" providerId="LiveId" clId="{B5F85550-6B1F-4D46-AD80-39606E146E96}" dt="2026-09-30T17:58:58.174" v="3009" actId="1038"/>
      <pc:docMkLst>
        <pc:docMk/>
      </pc:docMkLst>
      <pc:sldChg chg="modSp mod">
        <pc:chgData name="Pranay Yadav" userId="8f4669c7a4b85141" providerId="LiveId" clId="{B5F85550-6B1F-4D46-AD80-39606E146E96}" dt="2026-09-30T15:35:06.066" v="629" actId="1035"/>
        <pc:sldMkLst>
          <pc:docMk/>
          <pc:sldMk cId="0" sldId="256"/>
        </pc:sldMkLst>
        <pc:grpChg chg="mod">
          <ac:chgData name="Pranay Yadav" userId="8f4669c7a4b85141" providerId="LiveId" clId="{B5F85550-6B1F-4D46-AD80-39606E146E96}" dt="2026-09-30T15:35:06.066" v="629" actId="1035"/>
          <ac:grpSpMkLst>
            <pc:docMk/>
            <pc:sldMk cId="0" sldId="256"/>
            <ac:grpSpMk id="4" creationId="{00000000-0000-0000-0000-000000000000}"/>
          </ac:grpSpMkLst>
        </pc:grpChg>
      </pc:sldChg>
      <pc:sldChg chg="addSp delSp modSp mod">
        <pc:chgData name="Pranay Yadav" userId="8f4669c7a4b85141" providerId="LiveId" clId="{B5F85550-6B1F-4D46-AD80-39606E146E96}" dt="2026-09-30T15:47:45.768" v="1355" actId="1036"/>
        <pc:sldMkLst>
          <pc:docMk/>
          <pc:sldMk cId="0" sldId="257"/>
        </pc:sldMkLst>
        <pc:spChg chg="add del mod">
          <ac:chgData name="Pranay Yadav" userId="8f4669c7a4b85141" providerId="LiveId" clId="{B5F85550-6B1F-4D46-AD80-39606E146E96}" dt="2026-09-30T11:25:05.800" v="26" actId="11529"/>
          <ac:spMkLst>
            <pc:docMk/>
            <pc:sldMk cId="0" sldId="257"/>
            <ac:spMk id="13" creationId="{0EF53454-15DF-BB5F-E0EA-BEEAE76B7C98}"/>
          </ac:spMkLst>
        </pc:spChg>
        <pc:spChg chg="add mod">
          <ac:chgData name="Pranay Yadav" userId="8f4669c7a4b85141" providerId="LiveId" clId="{B5F85550-6B1F-4D46-AD80-39606E146E96}" dt="2026-09-30T15:20:35.402" v="468" actId="1036"/>
          <ac:spMkLst>
            <pc:docMk/>
            <pc:sldMk cId="0" sldId="257"/>
            <ac:spMk id="13" creationId="{750F94D5-488F-02F0-2F10-59D9D722F493}"/>
          </ac:spMkLst>
        </pc:spChg>
        <pc:spChg chg="add mod">
          <ac:chgData name="Pranay Yadav" userId="8f4669c7a4b85141" providerId="LiveId" clId="{B5F85550-6B1F-4D46-AD80-39606E146E96}" dt="2026-09-30T11:34:01.156" v="193" actId="207"/>
          <ac:spMkLst>
            <pc:docMk/>
            <pc:sldMk cId="0" sldId="257"/>
            <ac:spMk id="14" creationId="{C530869B-CBDB-0959-2DBF-2CD919C865A5}"/>
          </ac:spMkLst>
        </pc:spChg>
        <pc:spChg chg="add del">
          <ac:chgData name="Pranay Yadav" userId="8f4669c7a4b85141" providerId="LiveId" clId="{B5F85550-6B1F-4D46-AD80-39606E146E96}" dt="2026-09-30T15:07:02.227" v="451" actId="478"/>
          <ac:spMkLst>
            <pc:docMk/>
            <pc:sldMk cId="0" sldId="257"/>
            <ac:spMk id="15" creationId="{A5EEAB66-CA7E-D47A-A589-D569800D04A9}"/>
          </ac:spMkLst>
        </pc:spChg>
        <pc:spChg chg="del mod">
          <ac:chgData name="Pranay Yadav" userId="8f4669c7a4b85141" providerId="LiveId" clId="{B5F85550-6B1F-4D46-AD80-39606E146E96}" dt="2026-09-30T11:27:03.763" v="78" actId="478"/>
          <ac:spMkLst>
            <pc:docMk/>
            <pc:sldMk cId="0" sldId="257"/>
            <ac:spMk id="25" creationId="{00000000-0000-0000-0000-000000000000}"/>
          </ac:spMkLst>
        </pc:spChg>
        <pc:spChg chg="add del mod">
          <ac:chgData name="Pranay Yadav" userId="8f4669c7a4b85141" providerId="LiveId" clId="{B5F85550-6B1F-4D46-AD80-39606E146E96}" dt="2026-09-30T15:46:43.286" v="1343" actId="1037"/>
          <ac:spMkLst>
            <pc:docMk/>
            <pc:sldMk cId="0" sldId="257"/>
            <ac:spMk id="26" creationId="{6E7E4841-BAE2-6C86-B7FE-44F0CBD933A1}"/>
          </ac:spMkLst>
        </pc:spChg>
        <pc:spChg chg="add del">
          <ac:chgData name="Pranay Yadav" userId="8f4669c7a4b85141" providerId="LiveId" clId="{B5F85550-6B1F-4D46-AD80-39606E146E96}" dt="2026-09-30T11:26:47.844" v="66" actId="22"/>
          <ac:spMkLst>
            <pc:docMk/>
            <pc:sldMk cId="0" sldId="257"/>
            <ac:spMk id="30" creationId="{EB439138-C3B4-9D79-3C45-895EC7267E20}"/>
          </ac:spMkLst>
        </pc:spChg>
        <pc:spChg chg="add del mod">
          <ac:chgData name="Pranay Yadav" userId="8f4669c7a4b85141" providerId="LiveId" clId="{B5F85550-6B1F-4D46-AD80-39606E146E96}" dt="2026-09-30T11:25:10.438" v="30" actId="478"/>
          <ac:spMkLst>
            <pc:docMk/>
            <pc:sldMk cId="0" sldId="257"/>
            <ac:spMk id="34" creationId="{30751E88-0E11-0064-FE4F-2F0AEC1AEF9D}"/>
          </ac:spMkLst>
        </pc:spChg>
        <pc:grpChg chg="mod">
          <ac:chgData name="Pranay Yadav" userId="8f4669c7a4b85141" providerId="LiveId" clId="{B5F85550-6B1F-4D46-AD80-39606E146E96}" dt="2026-09-30T15:29:21.974" v="553" actId="1076"/>
          <ac:grpSpMkLst>
            <pc:docMk/>
            <pc:sldMk cId="0" sldId="257"/>
            <ac:grpSpMk id="4" creationId="{00000000-0000-0000-0000-000000000000}"/>
          </ac:grpSpMkLst>
        </pc:grpChg>
        <pc:picChg chg="add del mod">
          <ac:chgData name="Pranay Yadav" userId="8f4669c7a4b85141" providerId="LiveId" clId="{B5F85550-6B1F-4D46-AD80-39606E146E96}" dt="2026-09-30T15:12:41.653" v="454" actId="478"/>
          <ac:picMkLst>
            <pc:docMk/>
            <pc:sldMk cId="0" sldId="257"/>
            <ac:picMk id="25" creationId="{BE4679FA-A432-5FD8-0D59-773264E62292}"/>
          </ac:picMkLst>
        </pc:picChg>
        <pc:picChg chg="add mod">
          <ac:chgData name="Pranay Yadav" userId="8f4669c7a4b85141" providerId="LiveId" clId="{B5F85550-6B1F-4D46-AD80-39606E146E96}" dt="2026-09-30T15:47:45.768" v="1355" actId="1036"/>
          <ac:picMkLst>
            <pc:docMk/>
            <pc:sldMk cId="0" sldId="257"/>
            <ac:picMk id="30" creationId="{4FAD2301-5A62-2E82-B863-F6E3D2D7CA3B}"/>
          </ac:picMkLst>
        </pc:picChg>
        <pc:picChg chg="add mod">
          <ac:chgData name="Pranay Yadav" userId="8f4669c7a4b85141" providerId="LiveId" clId="{B5F85550-6B1F-4D46-AD80-39606E146E96}" dt="2026-09-30T15:29:33.473" v="602" actId="14100"/>
          <ac:picMkLst>
            <pc:docMk/>
            <pc:sldMk cId="0" sldId="257"/>
            <ac:picMk id="31" creationId="{101CF39F-F923-C904-3E27-CE62D27D4B81}"/>
          </ac:picMkLst>
        </pc:picChg>
      </pc:sldChg>
      <pc:sldChg chg="addSp delSp modSp mod">
        <pc:chgData name="Pranay Yadav" userId="8f4669c7a4b85141" providerId="LiveId" clId="{B5F85550-6B1F-4D46-AD80-39606E146E96}" dt="2026-09-30T17:06:58.242" v="2259" actId="1037"/>
        <pc:sldMkLst>
          <pc:docMk/>
          <pc:sldMk cId="0" sldId="258"/>
        </pc:sldMkLst>
        <pc:spChg chg="mod">
          <ac:chgData name="Pranay Yadav" userId="8f4669c7a4b85141" providerId="LiveId" clId="{B5F85550-6B1F-4D46-AD80-39606E146E96}" dt="2026-09-30T15:27:27.137" v="541" actId="1038"/>
          <ac:spMkLst>
            <pc:docMk/>
            <pc:sldMk cId="0" sldId="258"/>
            <ac:spMk id="5" creationId="{00000000-0000-0000-0000-000000000000}"/>
          </ac:spMkLst>
        </pc:spChg>
        <pc:spChg chg="del">
          <ac:chgData name="Pranay Yadav" userId="8f4669c7a4b85141" providerId="LiveId" clId="{B5F85550-6B1F-4D46-AD80-39606E146E96}" dt="2026-09-30T15:25:55.148" v="485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Pranay Yadav" userId="8f4669c7a4b85141" providerId="LiveId" clId="{B5F85550-6B1F-4D46-AD80-39606E146E96}" dt="2026-09-30T15:25:52.660" v="482" actId="478"/>
          <ac:spMkLst>
            <pc:docMk/>
            <pc:sldMk cId="0" sldId="258"/>
            <ac:spMk id="14" creationId="{00000000-0000-0000-0000-000000000000}"/>
          </ac:spMkLst>
        </pc:spChg>
        <pc:spChg chg="del mod">
          <ac:chgData name="Pranay Yadav" userId="8f4669c7a4b85141" providerId="LiveId" clId="{B5F85550-6B1F-4D46-AD80-39606E146E96}" dt="2026-09-30T15:25:52.667" v="484"/>
          <ac:spMkLst>
            <pc:docMk/>
            <pc:sldMk cId="0" sldId="258"/>
            <ac:spMk id="24" creationId="{00000000-0000-0000-0000-000000000000}"/>
          </ac:spMkLst>
        </pc:spChg>
        <pc:spChg chg="add mod">
          <ac:chgData name="Pranay Yadav" userId="8f4669c7a4b85141" providerId="LiveId" clId="{B5F85550-6B1F-4D46-AD80-39606E146E96}" dt="2026-09-30T16:58:37.467" v="2017" actId="1037"/>
          <ac:spMkLst>
            <pc:docMk/>
            <pc:sldMk cId="0" sldId="258"/>
            <ac:spMk id="27" creationId="{3A78A84F-C9E4-6397-9A4E-A71316E0420A}"/>
          </ac:spMkLst>
        </pc:spChg>
        <pc:spChg chg="add mod">
          <ac:chgData name="Pranay Yadav" userId="8f4669c7a4b85141" providerId="LiveId" clId="{B5F85550-6B1F-4D46-AD80-39606E146E96}" dt="2026-09-30T16:58:43.338" v="2022" actId="1037"/>
          <ac:spMkLst>
            <pc:docMk/>
            <pc:sldMk cId="0" sldId="258"/>
            <ac:spMk id="28" creationId="{C824BEFF-CB32-9A83-147A-22D2CAAA1678}"/>
          </ac:spMkLst>
        </pc:spChg>
        <pc:spChg chg="add del mod">
          <ac:chgData name="Pranay Yadav" userId="8f4669c7a4b85141" providerId="LiveId" clId="{B5F85550-6B1F-4D46-AD80-39606E146E96}" dt="2026-09-30T15:37:00.903" v="634" actId="22"/>
          <ac:spMkLst>
            <pc:docMk/>
            <pc:sldMk cId="0" sldId="258"/>
            <ac:spMk id="30" creationId="{F82E0A85-E22A-B99A-64B4-B475CD06B7B4}"/>
          </ac:spMkLst>
        </pc:spChg>
        <pc:spChg chg="add del mod">
          <ac:chgData name="Pranay Yadav" userId="8f4669c7a4b85141" providerId="LiveId" clId="{B5F85550-6B1F-4D46-AD80-39606E146E96}" dt="2026-09-30T16:44:29.664" v="1448" actId="21"/>
          <ac:spMkLst>
            <pc:docMk/>
            <pc:sldMk cId="0" sldId="258"/>
            <ac:spMk id="35" creationId="{43A3EFDE-5825-D60A-B1CB-8CF23534A335}"/>
          </ac:spMkLst>
        </pc:spChg>
        <pc:spChg chg="add mod">
          <ac:chgData name="Pranay Yadav" userId="8f4669c7a4b85141" providerId="LiveId" clId="{B5F85550-6B1F-4D46-AD80-39606E146E96}" dt="2026-09-30T17:04:20.274" v="2211" actId="1036"/>
          <ac:spMkLst>
            <pc:docMk/>
            <pc:sldMk cId="0" sldId="258"/>
            <ac:spMk id="37" creationId="{C080BF05-3030-5B6E-7A7D-41A95A8F81D7}"/>
          </ac:spMkLst>
        </pc:spChg>
        <pc:spChg chg="add del mod">
          <ac:chgData name="Pranay Yadav" userId="8f4669c7a4b85141" providerId="LiveId" clId="{B5F85550-6B1F-4D46-AD80-39606E146E96}" dt="2026-09-30T16:45:26.388" v="1457" actId="478"/>
          <ac:spMkLst>
            <pc:docMk/>
            <pc:sldMk cId="0" sldId="258"/>
            <ac:spMk id="38" creationId="{5BE995BE-0347-3047-6D7D-5E8C07402A3A}"/>
          </ac:spMkLst>
        </pc:spChg>
        <pc:spChg chg="add del">
          <ac:chgData name="Pranay Yadav" userId="8f4669c7a4b85141" providerId="LiveId" clId="{B5F85550-6B1F-4D46-AD80-39606E146E96}" dt="2026-09-30T16:45:28.058" v="1458" actId="478"/>
          <ac:spMkLst>
            <pc:docMk/>
            <pc:sldMk cId="0" sldId="258"/>
            <ac:spMk id="39" creationId="{9CEF38AB-8DF7-D65F-BD08-54D2E76D80E8}"/>
          </ac:spMkLst>
        </pc:spChg>
        <pc:spChg chg="add mod">
          <ac:chgData name="Pranay Yadav" userId="8f4669c7a4b85141" providerId="LiveId" clId="{B5F85550-6B1F-4D46-AD80-39606E146E96}" dt="2026-09-30T17:03:51.423" v="2169" actId="1036"/>
          <ac:spMkLst>
            <pc:docMk/>
            <pc:sldMk cId="0" sldId="258"/>
            <ac:spMk id="41" creationId="{B424C1E2-1DD4-3703-3C24-9E7E396AB39B}"/>
          </ac:spMkLst>
        </pc:spChg>
        <pc:spChg chg="add mod">
          <ac:chgData name="Pranay Yadav" userId="8f4669c7a4b85141" providerId="LiveId" clId="{B5F85550-6B1F-4D46-AD80-39606E146E96}" dt="2026-09-30T17:04:01.079" v="2178" actId="1037"/>
          <ac:spMkLst>
            <pc:docMk/>
            <pc:sldMk cId="0" sldId="258"/>
            <ac:spMk id="43" creationId="{C0F584EA-1539-C45C-96DA-33A06DB82C8B}"/>
          </ac:spMkLst>
        </pc:spChg>
        <pc:spChg chg="add mod">
          <ac:chgData name="Pranay Yadav" userId="8f4669c7a4b85141" providerId="LiveId" clId="{B5F85550-6B1F-4D46-AD80-39606E146E96}" dt="2026-09-30T17:06:45.364" v="2248" actId="14100"/>
          <ac:spMkLst>
            <pc:docMk/>
            <pc:sldMk cId="0" sldId="258"/>
            <ac:spMk id="45" creationId="{464BB657-8FCD-30F1-8B77-23014D800169}"/>
          </ac:spMkLst>
        </pc:spChg>
        <pc:spChg chg="add del">
          <ac:chgData name="Pranay Yadav" userId="8f4669c7a4b85141" providerId="LiveId" clId="{B5F85550-6B1F-4D46-AD80-39606E146E96}" dt="2026-09-30T16:50:50.558" v="1607" actId="22"/>
          <ac:spMkLst>
            <pc:docMk/>
            <pc:sldMk cId="0" sldId="258"/>
            <ac:spMk id="47" creationId="{CB362C06-DB49-974B-3A12-6D16436C1C71}"/>
          </ac:spMkLst>
        </pc:spChg>
        <pc:spChg chg="add mod">
          <ac:chgData name="Pranay Yadav" userId="8f4669c7a4b85141" providerId="LiveId" clId="{B5F85550-6B1F-4D46-AD80-39606E146E96}" dt="2026-09-30T16:58:24.445" v="2013" actId="1037"/>
          <ac:spMkLst>
            <pc:docMk/>
            <pc:sldMk cId="0" sldId="258"/>
            <ac:spMk id="48" creationId="{8210EAFA-5486-39EC-7A48-0775809FC90F}"/>
          </ac:spMkLst>
        </pc:spChg>
        <pc:spChg chg="add mod">
          <ac:chgData name="Pranay Yadav" userId="8f4669c7a4b85141" providerId="LiveId" clId="{B5F85550-6B1F-4D46-AD80-39606E146E96}" dt="2026-09-30T17:06:53.904" v="2254" actId="1037"/>
          <ac:spMkLst>
            <pc:docMk/>
            <pc:sldMk cId="0" sldId="258"/>
            <ac:spMk id="49" creationId="{4A0F5AAE-2725-C247-BF31-582245B8F9A1}"/>
          </ac:spMkLst>
        </pc:spChg>
        <pc:spChg chg="add del mod">
          <ac:chgData name="Pranay Yadav" userId="8f4669c7a4b85141" providerId="LiveId" clId="{B5F85550-6B1F-4D46-AD80-39606E146E96}" dt="2026-09-30T17:06:58.242" v="2259" actId="1037"/>
          <ac:spMkLst>
            <pc:docMk/>
            <pc:sldMk cId="0" sldId="258"/>
            <ac:spMk id="51" creationId="{B3B24D01-7ADD-C778-DCFD-8BE8F77179A4}"/>
          </ac:spMkLst>
        </pc:spChg>
        <pc:spChg chg="add del">
          <ac:chgData name="Pranay Yadav" userId="8f4669c7a4b85141" providerId="LiveId" clId="{B5F85550-6B1F-4D46-AD80-39606E146E96}" dt="2026-09-30T17:00:03.872" v="2062" actId="22"/>
          <ac:spMkLst>
            <pc:docMk/>
            <pc:sldMk cId="0" sldId="258"/>
            <ac:spMk id="53" creationId="{183CFF98-BB6A-D2BD-D838-F02B5A7E9FF9}"/>
          </ac:spMkLst>
        </pc:spChg>
        <pc:spChg chg="add del mod">
          <ac:chgData name="Pranay Yadav" userId="8f4669c7a4b85141" providerId="LiveId" clId="{B5F85550-6B1F-4D46-AD80-39606E146E96}" dt="2026-09-30T17:06:37.554" v="2247"/>
          <ac:spMkLst>
            <pc:docMk/>
            <pc:sldMk cId="0" sldId="258"/>
            <ac:spMk id="55" creationId="{D8D3F9B8-B1D2-FBA2-2723-409258AC9681}"/>
          </ac:spMkLst>
        </pc:spChg>
        <pc:grpChg chg="del mod">
          <ac:chgData name="Pranay Yadav" userId="8f4669c7a4b85141" providerId="LiveId" clId="{B5F85550-6B1F-4D46-AD80-39606E146E96}" dt="2026-09-30T16:45:21.352" v="1456" actId="21"/>
          <ac:grpSpMkLst>
            <pc:docMk/>
            <pc:sldMk cId="0" sldId="258"/>
            <ac:grpSpMk id="4" creationId="{00000000-0000-0000-0000-000000000000}"/>
          </ac:grpSpMkLst>
        </pc:grpChg>
        <pc:grpChg chg="mod">
          <ac:chgData name="Pranay Yadav" userId="8f4669c7a4b85141" providerId="LiveId" clId="{B5F85550-6B1F-4D46-AD80-39606E146E96}" dt="2026-09-30T16:52:23.325" v="1625" actId="1076"/>
          <ac:grpSpMkLst>
            <pc:docMk/>
            <pc:sldMk cId="0" sldId="258"/>
            <ac:grpSpMk id="11" creationId="{00000000-0000-0000-0000-000000000000}"/>
          </ac:grpSpMkLst>
        </pc:grpChg>
        <pc:picChg chg="add del mod modCrop">
          <ac:chgData name="Pranay Yadav" userId="8f4669c7a4b85141" providerId="LiveId" clId="{B5F85550-6B1F-4D46-AD80-39606E146E96}" dt="2026-09-30T15:42:55.715" v="1248" actId="478"/>
          <ac:picMkLst>
            <pc:docMk/>
            <pc:sldMk cId="0" sldId="258"/>
            <ac:picMk id="32" creationId="{D894D54E-30F4-7C0D-505E-603B78B8E04B}"/>
          </ac:picMkLst>
        </pc:picChg>
        <pc:picChg chg="add mod modCrop">
          <ac:chgData name="Pranay Yadav" userId="8f4669c7a4b85141" providerId="LiveId" clId="{B5F85550-6B1F-4D46-AD80-39606E146E96}" dt="2026-09-30T16:59:02.434" v="2030" actId="14100"/>
          <ac:picMkLst>
            <pc:docMk/>
            <pc:sldMk cId="0" sldId="258"/>
            <ac:picMk id="34" creationId="{6E8DE889-BE6A-9161-5DD7-29F0CD6989C6}"/>
          </ac:picMkLst>
        </pc:picChg>
      </pc:sldChg>
      <pc:sldChg chg="addSp delSp modSp mod">
        <pc:chgData name="Pranay Yadav" userId="8f4669c7a4b85141" providerId="LiveId" clId="{B5F85550-6B1F-4D46-AD80-39606E146E96}" dt="2026-09-30T17:58:58.174" v="3009" actId="1038"/>
        <pc:sldMkLst>
          <pc:docMk/>
          <pc:sldMk cId="0" sldId="259"/>
        </pc:sldMkLst>
        <pc:spChg chg="mod">
          <ac:chgData name="Pranay Yadav" userId="8f4669c7a4b85141" providerId="LiveId" clId="{B5F85550-6B1F-4D46-AD80-39606E146E96}" dt="2026-09-30T17:53:49.298" v="2889"/>
          <ac:spMkLst>
            <pc:docMk/>
            <pc:sldMk cId="0" sldId="259"/>
            <ac:spMk id="3" creationId="{00000000-0000-0000-0000-000000000000}"/>
          </ac:spMkLst>
        </pc:spChg>
        <pc:spChg chg="del">
          <ac:chgData name="Pranay Yadav" userId="8f4669c7a4b85141" providerId="LiveId" clId="{B5F85550-6B1F-4D46-AD80-39606E146E96}" dt="2026-09-30T17:41:52.744" v="2816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Pranay Yadav" userId="8f4669c7a4b85141" providerId="LiveId" clId="{B5F85550-6B1F-4D46-AD80-39606E146E96}" dt="2026-09-30T17:41:56.443" v="2817" actId="478"/>
          <ac:spMkLst>
            <pc:docMk/>
            <pc:sldMk cId="0" sldId="259"/>
            <ac:spMk id="14" creationId="{00000000-0000-0000-0000-000000000000}"/>
          </ac:spMkLst>
        </pc:spChg>
        <pc:spChg chg="del mod">
          <ac:chgData name="Pranay Yadav" userId="8f4669c7a4b85141" providerId="LiveId" clId="{B5F85550-6B1F-4D46-AD80-39606E146E96}" dt="2026-09-30T17:41:48.850" v="2815"/>
          <ac:spMkLst>
            <pc:docMk/>
            <pc:sldMk cId="0" sldId="259"/>
            <ac:spMk id="24" creationId="{00000000-0000-0000-0000-000000000000}"/>
          </ac:spMkLst>
        </pc:spChg>
        <pc:spChg chg="add mod">
          <ac:chgData name="Pranay Yadav" userId="8f4669c7a4b85141" providerId="LiveId" clId="{B5F85550-6B1F-4D46-AD80-39606E146E96}" dt="2026-09-30T17:57:46.785" v="2932" actId="1038"/>
          <ac:spMkLst>
            <pc:docMk/>
            <pc:sldMk cId="0" sldId="259"/>
            <ac:spMk id="29" creationId="{F560BD1A-9C75-B761-9F26-5DBEBC4FCE19}"/>
          </ac:spMkLst>
        </pc:spChg>
        <pc:spChg chg="add mod">
          <ac:chgData name="Pranay Yadav" userId="8f4669c7a4b85141" providerId="LiveId" clId="{B5F85550-6B1F-4D46-AD80-39606E146E96}" dt="2026-09-30T17:58:31.791" v="2970" actId="14100"/>
          <ac:spMkLst>
            <pc:docMk/>
            <pc:sldMk cId="0" sldId="259"/>
            <ac:spMk id="30" creationId="{53D2EB60-F2F7-6B14-A17B-1F704B8AE535}"/>
          </ac:spMkLst>
        </pc:spChg>
        <pc:spChg chg="add del">
          <ac:chgData name="Pranay Yadav" userId="8f4669c7a4b85141" providerId="LiveId" clId="{B5F85550-6B1F-4D46-AD80-39606E146E96}" dt="2026-09-30T17:52:26.828" v="2884" actId="22"/>
          <ac:spMkLst>
            <pc:docMk/>
            <pc:sldMk cId="0" sldId="259"/>
            <ac:spMk id="32" creationId="{ECAA85F6-B2FB-3631-B0FB-4D5F549641EC}"/>
          </ac:spMkLst>
        </pc:spChg>
        <pc:spChg chg="add mod">
          <ac:chgData name="Pranay Yadav" userId="8f4669c7a4b85141" providerId="LiveId" clId="{B5F85550-6B1F-4D46-AD80-39606E146E96}" dt="2026-09-30T17:57:54.507" v="2937" actId="1038"/>
          <ac:spMkLst>
            <pc:docMk/>
            <pc:sldMk cId="0" sldId="259"/>
            <ac:spMk id="33" creationId="{3ED801E9-2E54-D6FC-ACA6-FB92CDE5AC0A}"/>
          </ac:spMkLst>
        </pc:spChg>
        <pc:spChg chg="add mod">
          <ac:chgData name="Pranay Yadav" userId="8f4669c7a4b85141" providerId="LiveId" clId="{B5F85550-6B1F-4D46-AD80-39606E146E96}" dt="2026-09-30T17:58:53.655" v="2996" actId="1037"/>
          <ac:spMkLst>
            <pc:docMk/>
            <pc:sldMk cId="0" sldId="259"/>
            <ac:spMk id="34" creationId="{10CF242C-E488-01B4-49F8-78F947698E73}"/>
          </ac:spMkLst>
        </pc:spChg>
        <pc:spChg chg="add mod">
          <ac:chgData name="Pranay Yadav" userId="8f4669c7a4b85141" providerId="LiveId" clId="{B5F85550-6B1F-4D46-AD80-39606E146E96}" dt="2026-09-30T17:58:48.721" v="2990" actId="1038"/>
          <ac:spMkLst>
            <pc:docMk/>
            <pc:sldMk cId="0" sldId="259"/>
            <ac:spMk id="35" creationId="{E03C1419-05E1-AA71-814E-CD586B3BCFCF}"/>
          </ac:spMkLst>
        </pc:spChg>
        <pc:spChg chg="add mod">
          <ac:chgData name="Pranay Yadav" userId="8f4669c7a4b85141" providerId="LiveId" clId="{B5F85550-6B1F-4D46-AD80-39606E146E96}" dt="2026-09-30T17:58:58.174" v="3009" actId="1038"/>
          <ac:spMkLst>
            <pc:docMk/>
            <pc:sldMk cId="0" sldId="259"/>
            <ac:spMk id="36" creationId="{1938F33D-BFEC-8B1C-5ECD-09DF0C7CDB83}"/>
          </ac:spMkLst>
        </pc:spChg>
        <pc:grpChg chg="del">
          <ac:chgData name="Pranay Yadav" userId="8f4669c7a4b85141" providerId="LiveId" clId="{B5F85550-6B1F-4D46-AD80-39606E146E96}" dt="2026-09-30T17:41:48.850" v="2813" actId="478"/>
          <ac:grpSpMkLst>
            <pc:docMk/>
            <pc:sldMk cId="0" sldId="259"/>
            <ac:grpSpMk id="4" creationId="{00000000-0000-0000-0000-000000000000}"/>
          </ac:grpSpMkLst>
        </pc:grpChg>
        <pc:picChg chg="add mod">
          <ac:chgData name="Pranay Yadav" userId="8f4669c7a4b85141" providerId="LiveId" clId="{B5F85550-6B1F-4D46-AD80-39606E146E96}" dt="2026-09-30T17:57:34.477" v="2925" actId="14100"/>
          <ac:picMkLst>
            <pc:docMk/>
            <pc:sldMk cId="0" sldId="259"/>
            <ac:picMk id="28" creationId="{BE7D5E20-EA10-3C69-C291-5D25BEBA308B}"/>
          </ac:picMkLst>
        </pc:picChg>
      </pc:sldChg>
      <pc:sldChg chg="addSp delSp modSp mod">
        <pc:chgData name="Pranay Yadav" userId="8f4669c7a4b85141" providerId="LiveId" clId="{B5F85550-6B1F-4D46-AD80-39606E146E96}" dt="2026-09-30T17:22:13.424" v="2809" actId="1038"/>
        <pc:sldMkLst>
          <pc:docMk/>
          <pc:sldMk cId="0" sldId="261"/>
        </pc:sldMkLst>
        <pc:spChg chg="del mod">
          <ac:chgData name="Pranay Yadav" userId="8f4669c7a4b85141" providerId="LiveId" clId="{B5F85550-6B1F-4D46-AD80-39606E146E96}" dt="2026-09-30T17:21:08.970" v="2745"/>
          <ac:spMkLst>
            <pc:docMk/>
            <pc:sldMk cId="0" sldId="261"/>
            <ac:spMk id="22" creationId="{00000000-0000-0000-0000-000000000000}"/>
          </ac:spMkLst>
        </pc:spChg>
        <pc:spChg chg="add del mod">
          <ac:chgData name="Pranay Yadav" userId="8f4669c7a4b85141" providerId="LiveId" clId="{B5F85550-6B1F-4D46-AD80-39606E146E96}" dt="2026-09-30T17:10:41.815" v="2623" actId="47"/>
          <ac:spMkLst>
            <pc:docMk/>
            <pc:sldMk cId="0" sldId="261"/>
            <ac:spMk id="25" creationId="{00000000-0000-0000-0000-000000000000}"/>
          </ac:spMkLst>
        </pc:spChg>
        <pc:spChg chg="add mod">
          <ac:chgData name="Pranay Yadav" userId="8f4669c7a4b85141" providerId="LiveId" clId="{B5F85550-6B1F-4D46-AD80-39606E146E96}" dt="2026-09-30T17:18:45.025" v="2710" actId="14100"/>
          <ac:spMkLst>
            <pc:docMk/>
            <pc:sldMk cId="0" sldId="261"/>
            <ac:spMk id="26" creationId="{16B9319A-794C-9677-04A4-D24946D54A7E}"/>
          </ac:spMkLst>
        </pc:spChg>
        <pc:spChg chg="add mod">
          <ac:chgData name="Pranay Yadav" userId="8f4669c7a4b85141" providerId="LiveId" clId="{B5F85550-6B1F-4D46-AD80-39606E146E96}" dt="2026-09-30T17:20:58.078" v="2743" actId="255"/>
          <ac:spMkLst>
            <pc:docMk/>
            <pc:sldMk cId="0" sldId="261"/>
            <ac:spMk id="27" creationId="{88C151FC-0AD0-3A04-C876-B471AB747682}"/>
          </ac:spMkLst>
        </pc:spChg>
        <pc:spChg chg="add mod">
          <ac:chgData name="Pranay Yadav" userId="8f4669c7a4b85141" providerId="LiveId" clId="{B5F85550-6B1F-4D46-AD80-39606E146E96}" dt="2026-09-30T17:21:59.549" v="2749" actId="1035"/>
          <ac:spMkLst>
            <pc:docMk/>
            <pc:sldMk cId="0" sldId="261"/>
            <ac:spMk id="28" creationId="{416950C8-55B3-7F65-651F-4EAC861E91B1}"/>
          </ac:spMkLst>
        </pc:spChg>
        <pc:spChg chg="add mod">
          <ac:chgData name="Pranay Yadav" userId="8f4669c7a4b85141" providerId="LiveId" clId="{B5F85550-6B1F-4D46-AD80-39606E146E96}" dt="2026-09-30T17:22:13.424" v="2809" actId="1038"/>
          <ac:spMkLst>
            <pc:docMk/>
            <pc:sldMk cId="0" sldId="261"/>
            <ac:spMk id="30" creationId="{2C421CA5-5184-EE76-1A8B-06905C5691D3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sv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svg"/><Relationship Id="rId12" Type="http://schemas.openxmlformats.org/officeDocument/2006/relationships/image" Target="../media/image11.pn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image" Target="../media/image8.pn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Relationship Id="rId12" Type="http://schemas.openxmlformats.org/officeDocument/2006/relationships/image" Target="../media/image9.png"/><Relationship Id="rId13" Type="http://schemas.openxmlformats.org/officeDocument/2006/relationships/image" Target="../media/image5.png"/><Relationship Id="rId14" Type="http://schemas.openxmlformats.org/officeDocument/2006/relationships/image" Target="../media/image10.svg"/><Relationship Id="rId15" Type="http://schemas.openxmlformats.org/officeDocument/2006/relationships/image" Target="../media/image19.png"/><Relationship Id="rId16" Type="http://schemas.openxmlformats.org/officeDocument/2006/relationships/image" Target="../media/image2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12.sv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9.png"/><Relationship Id="rId12" Type="http://schemas.openxmlformats.org/officeDocument/2006/relationships/image" Target="../media/image5.png"/><Relationship Id="rId13" Type="http://schemas.openxmlformats.org/officeDocument/2006/relationships/image" Target="../media/image10.svg"/><Relationship Id="rId14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12.svg"/><Relationship Id="rId9" Type="http://schemas.openxmlformats.org/officeDocument/2006/relationships/image" Target="../media/image13.svg"/><Relationship Id="rId10" Type="http://schemas.openxmlformats.org/officeDocument/2006/relationships/image" Target="../media/image14.svg"/><Relationship Id="rId11" Type="http://schemas.openxmlformats.org/officeDocument/2006/relationships/image" Target="../media/image9.png"/><Relationship Id="rId12" Type="http://schemas.openxmlformats.org/officeDocument/2006/relationships/image" Target="../media/image5.png"/><Relationship Id="rId13" Type="http://schemas.openxmlformats.org/officeDocument/2006/relationships/image" Target="../media/image10.svg"/><Relationship Id="rId14" Type="http://schemas.openxmlformats.org/officeDocument/2006/relationships/image" Target="../media/image2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image" Target="../media/image8.png"/><Relationship Id="rId9" Type="http://schemas.openxmlformats.org/officeDocument/2006/relationships/image" Target="../media/image23.svg"/><Relationship Id="rId10" Type="http://schemas.openxmlformats.org/officeDocument/2006/relationships/image" Target="../media/image24.svg"/><Relationship Id="rId11" Type="http://schemas.openxmlformats.org/officeDocument/2006/relationships/image" Target="../media/image25.svg"/><Relationship Id="rId12" Type="http://schemas.openxmlformats.org/officeDocument/2006/relationships/image" Target="../media/image12.svg"/><Relationship Id="rId13" Type="http://schemas.openxmlformats.org/officeDocument/2006/relationships/image" Target="../media/image13.svg"/><Relationship Id="rId14" Type="http://schemas.openxmlformats.org/officeDocument/2006/relationships/image" Target="../media/image14.svg"/><Relationship Id="rId15" Type="http://schemas.openxmlformats.org/officeDocument/2006/relationships/image" Target="../media/image9.png"/><Relationship Id="rId16" Type="http://schemas.openxmlformats.org/officeDocument/2006/relationships/image" Target="../media/image5.png"/><Relationship Id="rId17" Type="http://schemas.openxmlformats.org/officeDocument/2006/relationships/image" Target="../media/image1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7.svg"/><Relationship Id="rId8" Type="http://schemas.openxmlformats.org/officeDocument/2006/relationships/image" Target="../media/image8.png"/><Relationship Id="rId9" Type="http://schemas.openxmlformats.org/officeDocument/2006/relationships/image" Target="../media/image12.svg"/><Relationship Id="rId10" Type="http://schemas.openxmlformats.org/officeDocument/2006/relationships/image" Target="../media/image13.svg"/><Relationship Id="rId11" Type="http://schemas.openxmlformats.org/officeDocument/2006/relationships/image" Target="../media/image14.svg"/><Relationship Id="rId12" Type="http://schemas.openxmlformats.org/officeDocument/2006/relationships/image" Target="../media/image9.png"/><Relationship Id="rId13" Type="http://schemas.openxmlformats.org/officeDocument/2006/relationships/image" Target="../media/image5.png"/><Relationship Id="rId14" Type="http://schemas.openxmlformats.org/officeDocument/2006/relationships/image" Target="../media/image10.svg"/><Relationship Id="rId15" Type="http://schemas.openxmlformats.org/officeDocument/2006/relationships/hyperlink" Target="https://www.cvlibs.net/datasets/kitti/?utm_source=chatgpt.com" TargetMode="External"/><Relationship Id="rId16" Type="http://schemas.openxmlformats.org/officeDocument/2006/relationships/hyperlink" Target="https://semantic-kitti.org/?utm_source=chatgpt.com" TargetMode="External"/><Relationship Id="rId17" Type="http://schemas.openxmlformats.org/officeDocument/2006/relationships/hyperlink" Target="https://arxiv.org/abs/1802.02611?utm_source=chatgpt.com" TargetMode="External"/><Relationship Id="rId18" Type="http://schemas.openxmlformats.org/officeDocument/2006/relationships/hyperlink" Target="https://www.open3d.org/docs/latest/?utm_source=chatgpt.com" TargetMode="External"/><Relationship Id="rId19" Type="http://schemas.openxmlformats.org/officeDocument/2006/relationships/hyperlink" Target="https://github.com/isl-org/Open3D-PointNet2-Semantic3D?utm_source=chatgpt.com" TargetMode="External"/><Relationship Id="rId20" Type="http://schemas.openxmlformats.org/officeDocument/2006/relationships/hyperlink" Target="https://www.open3d.org/2019/01/16/on-point-clouds-semantic-segmentation/?utm_source=chatgpt.com" TargetMode="External"/><Relationship Id="rId21" Type="http://schemas.openxmlformats.org/officeDocument/2006/relationships/hyperlink" Target="https://www.cvlibs.net/datasets/kitti/" TargetMode="External"/><Relationship Id="rId22" Type="http://schemas.openxmlformats.org/officeDocument/2006/relationships/hyperlink" Target="https://semantic-kitti.org/" TargetMode="External"/><Relationship Id="rId23" Type="http://schemas.openxmlformats.org/officeDocument/2006/relationships/hyperlink" Target="https://arxiv.org/abs/1706.02413" TargetMode="External"/><Relationship Id="rId24" Type="http://schemas.openxmlformats.org/officeDocument/2006/relationships/hyperlink" Target="https://arxiv.org/abs/1802.02611" TargetMode="External"/><Relationship Id="rId25" Type="http://schemas.openxmlformats.org/officeDocument/2006/relationships/hyperlink" Target="https://www.open3d.org/docs/latest/" TargetMode="External"/><Relationship Id="rId26" Type="http://schemas.openxmlformats.org/officeDocument/2006/relationships/hyperlink" Target="https://github.com/isl-org/Open3D-PointNet2-Semantic3D" TargetMode="External"/><Relationship Id="rId27" Type="http://schemas.openxmlformats.org/officeDocument/2006/relationships/hyperlink" Target="https://www.open3d.org/2019/01/16/on-point-clouds-semantic-segmentati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261" y="7162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32261" y="114300"/>
            <a:ext cx="18288000" cy="10288524"/>
            <a:chOff x="0" y="0"/>
            <a:chExt cx="24384000" cy="1371803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8032"/>
            </a:xfrm>
            <a:custGeom>
              <a:avLst/>
              <a:gdLst/>
              <a:ahLst/>
              <a:cxnLst/>
              <a:rect l="l" t="t" r="r" b="b"/>
              <a:pathLst>
                <a:path w="24384000" h="13718032">
                  <a:moveTo>
                    <a:pt x="0" y="0"/>
                  </a:moveTo>
                  <a:lnTo>
                    <a:pt x="24384000" y="0"/>
                  </a:lnTo>
                  <a:lnTo>
                    <a:pt x="24384000" y="13718032"/>
                  </a:lnTo>
                  <a:lnTo>
                    <a:pt x="0" y="13718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659617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91" y="395354"/>
            <a:ext cx="4927092" cy="868680"/>
            <a:chOff x="0" y="0"/>
            <a:chExt cx="6569456" cy="1158240"/>
          </a:xfrm>
        </p:grpSpPr>
        <p:sp>
          <p:nvSpPr>
            <p:cNvPr id="9" name="Freeform 9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190" y="8359407"/>
            <a:ext cx="2007108" cy="1927860"/>
            <a:chOff x="0" y="0"/>
            <a:chExt cx="2676144" cy="2570480"/>
          </a:xfrm>
        </p:grpSpPr>
        <p:sp>
          <p:nvSpPr>
            <p:cNvPr id="11" name="Freeform 11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855564" y="9891646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11830831" y="-610"/>
            <a:ext cx="6457188" cy="5910072"/>
            <a:chOff x="0" y="0"/>
            <a:chExt cx="8609584" cy="78800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422726" y="190033"/>
            <a:ext cx="3648456" cy="1277112"/>
            <a:chOff x="0" y="0"/>
            <a:chExt cx="4864608" cy="1702816"/>
          </a:xfrm>
        </p:grpSpPr>
        <p:sp>
          <p:nvSpPr>
            <p:cNvPr id="16" name="Freeform 16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Freeform 17"/>
          <p:cNvSpPr/>
          <p:nvPr/>
        </p:nvSpPr>
        <p:spPr>
          <a:xfrm>
            <a:off x="237573" y="19001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9807331" y="2816981"/>
            <a:ext cx="8481060" cy="7109460"/>
            <a:chOff x="0" y="0"/>
            <a:chExt cx="11308080" cy="94792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308080" cy="9479280"/>
            </a:xfrm>
            <a:custGeom>
              <a:avLst/>
              <a:gdLst/>
              <a:ahLst/>
              <a:cxnLst/>
              <a:rect l="l" t="t" r="r" b="b"/>
              <a:pathLst>
                <a:path w="11308080" h="9479280">
                  <a:moveTo>
                    <a:pt x="0" y="0"/>
                  </a:moveTo>
                  <a:lnTo>
                    <a:pt x="11308080" y="0"/>
                  </a:lnTo>
                  <a:lnTo>
                    <a:pt x="11308080" y="9479280"/>
                  </a:lnTo>
                  <a:lnTo>
                    <a:pt x="0" y="9479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3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7293600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16805005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16316411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4572000" y="384048"/>
            <a:ext cx="950976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48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TRINETRA-X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681705" y="979440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011680"/>
            <a:ext cx="9601200" cy="11887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League Spartan"/>
              </a:rPr>
              <a:t>AI Border &amp; Defence</a:t>
            </a:r>
          </a:p>
          <a:p>
            <a:pPr algn="l">
              <a:spcAft>
                <a:spcPts val="0"/>
              </a:spcAft>
            </a:pPr>
            <a:r>
              <a:rPr sz="5400" b="1">
                <a:solidFill>
                  <a:srgbClr val="92D050"/>
                </a:solidFill>
                <a:latin typeface="League Spartan"/>
              </a:rPr>
              <a:t>Surveillance System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977639"/>
            <a:ext cx="8778240" cy="105156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43000" y="4069079"/>
            <a:ext cx="832104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92D050"/>
                </a:solidFill>
                <a:latin typeface="IBM Plex Sans"/>
              </a:rPr>
              <a:t>PROBLEM STATEMENT THEME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BM Plex Sans"/>
              </a:rPr>
              <a:t>Software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212079"/>
            <a:ext cx="8778240" cy="105156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43000" y="5303519"/>
            <a:ext cx="8321040" cy="9144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92D050"/>
                </a:solidFill>
                <a:latin typeface="IBM Plex Sans"/>
              </a:rPr>
              <a:t>PROBLEM STATEMENT TITLE</a:t>
            </a:r>
          </a:p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BM Plex Sans"/>
              </a:rPr>
              <a:t>AI Border &amp; Defence Surveillance System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6446519"/>
            <a:ext cx="8778240" cy="1874519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143000" y="6537959"/>
            <a:ext cx="8321040" cy="17830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92D050"/>
                </a:solidFill>
                <a:latin typeface="IBM Plex Sans"/>
              </a:rPr>
              <a:t>TEAM MEMBERS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IBM Plex Sans"/>
              </a:rPr>
              <a:t>Ankur Kumar Pandey</a:t>
            </a:r>
            <a:r>
              <a:rPr sz="2200" b="1">
                <a:solidFill>
                  <a:srgbClr val="FFFFFF"/>
                </a:solidFill>
                <a:latin typeface="IBM Plex Sans"/>
              </a:rPr>
              <a:t>      Chavi Lal Chohan</a:t>
            </a:r>
          </a:p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IBM Plex Sans"/>
              </a:rPr>
              <a:t>Mohammad Danishuddin</a:t>
            </a:r>
            <a:r>
              <a:rPr sz="2200" b="1">
                <a:solidFill>
                  <a:srgbClr val="FFFFFF"/>
                </a:solidFill>
                <a:latin typeface="IBM Plex Sans"/>
              </a:rPr>
              <a:t>      Praveen Yadav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81" y="61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305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0" y="27432"/>
            <a:ext cx="18288000" cy="10296144"/>
            <a:chOff x="0" y="0"/>
            <a:chExt cx="25270561" cy="13724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270561" cy="13724128"/>
            </a:xfrm>
            <a:custGeom>
              <a:avLst/>
              <a:gdLst/>
              <a:ahLst/>
              <a:cxnLst/>
              <a:rect l="l" t="t" r="r" b="b"/>
              <a:pathLst>
                <a:path w="25270561" h="13724128">
                  <a:moveTo>
                    <a:pt x="0" y="0"/>
                  </a:moveTo>
                  <a:lnTo>
                    <a:pt x="25270561" y="0"/>
                  </a:lnTo>
                  <a:lnTo>
                    <a:pt x="25270561" y="13724128"/>
                  </a:lnTo>
                  <a:lnTo>
                    <a:pt x="0" y="137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817" b="-1817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81" y="9660226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371" y="8360016"/>
            <a:ext cx="2007108" cy="1927860"/>
            <a:chOff x="0" y="0"/>
            <a:chExt cx="2676144" cy="2570480"/>
          </a:xfrm>
        </p:grpSpPr>
        <p:sp>
          <p:nvSpPr>
            <p:cNvPr id="9" name="Freeform 9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52383" y="9892255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1786308" y="0"/>
            <a:ext cx="6457188" cy="5910072"/>
            <a:chOff x="0" y="0"/>
            <a:chExt cx="8609584" cy="7880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290419" y="879953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801825" y="879953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6313230" y="879953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4419546" y="190643"/>
            <a:ext cx="3648456" cy="1277112"/>
            <a:chOff x="0" y="0"/>
            <a:chExt cx="4864608" cy="1702816"/>
          </a:xfrm>
        </p:grpSpPr>
        <p:sp>
          <p:nvSpPr>
            <p:cNvPr id="20" name="Freeform 20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3571" y="395964"/>
            <a:ext cx="4927092" cy="868680"/>
            <a:chOff x="0" y="0"/>
            <a:chExt cx="6569456" cy="1158240"/>
          </a:xfrm>
        </p:grpSpPr>
        <p:sp>
          <p:nvSpPr>
            <p:cNvPr id="22" name="Freeform 22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Freeform 23"/>
          <p:cNvSpPr/>
          <p:nvPr/>
        </p:nvSpPr>
        <p:spPr>
          <a:xfrm>
            <a:off x="234392" y="19062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4572000" y="384048"/>
            <a:ext cx="1024128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4484"/>
              </a:lnSpc>
            </a:pPr>
            <a:r>
              <a:rPr lang="en-US" sz="4400" dirty="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PROPOSED SOLUTION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4496" y="979501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AD2301-5A62-2E82-B863-F6E3D2D7CA3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978640" y="1691640"/>
            <a:ext cx="5852160" cy="7086600"/>
          </a:xfrm>
          <a:prstGeom prst="rect">
            <a:avLst/>
          </a:prstGeom>
        </p:spPr>
      </p:pic>
      <p:pic>
        <p:nvPicPr>
          <p:cNvPr id="31" name="Picture 30" descr="https://images.openai.com/static-rsc-4/oFXkbagqHxpCl18pmw9ZvEQ5qjHmNT1oHPfqLEvz3SLOi367gX69GHgM6QulcwfpOROuvsMv3Vus_r3nQKPHvll8LxCg1lTCkqc4Q8CWqqx9kodQq5XZuDUvbrnVITRZHhgnWyL8OmSEpxnzzpWX92W9ky-d7_2yvXqyGkUmRElld8fIdSA1vjCmI7z2LsI9?purpose=fullsize">
            <a:extLst>
              <a:ext uri="{FF2B5EF4-FFF2-40B4-BE49-F238E27FC236}">
                <a16:creationId xmlns:a16="http://schemas.microsoft.com/office/drawing/2014/main" id="{101CF39F-F923-C904-3E27-CE62D27D4B8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86600" y="7132320"/>
            <a:ext cx="3566160" cy="22860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48640" y="1691640"/>
            <a:ext cx="5212080" cy="361188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31520" y="1810512"/>
            <a:ext cx="484632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6B6B"/>
                </a:solidFill>
                <a:latin typeface="IBM Plex Sans"/>
              </a:rPr>
              <a:t>THE CHALLENGE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2395728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31520" y="2395728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Vast, difficult terrain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2395728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200400" y="2395728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Surveillance blind spots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090672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1520" y="3090672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Night &amp; low visibility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3090672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200400" y="3090672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Too many false alarms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785616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1520" y="3785616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Many sensors, no fusion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0" y="3785616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200400" y="3785616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Huge data volumes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480560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31520" y="4480560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Delayed threat awareness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4480560"/>
            <a:ext cx="2331720" cy="566928"/>
          </a:xfrm>
          <a:prstGeom prst="roundRect">
            <a:avLst>
              <a:gd name="adj" fmla="val 3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200400" y="4480560"/>
            <a:ext cx="233172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IBM Plex Sans"/>
              </a:rPr>
              <a:t>No real-time picture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440680"/>
            <a:ext cx="5212080" cy="292608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31520" y="5577840"/>
            <a:ext cx="4846320" cy="26517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INNOVATION &amp; UNIQUENESS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1600" b="0">
                <a:solidFill>
                  <a:srgbClr val="FFFFFF"/>
                </a:solidFill>
                <a:latin typeface="IBM Plex Sans"/>
              </a:rPr>
              <a:t>Mission-aware adaptive intelligence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1600" b="0">
                <a:solidFill>
                  <a:srgbClr val="FFFFFF"/>
                </a:solidFill>
                <a:latin typeface="IBM Plex Sans"/>
              </a:rPr>
              <a:t>Risk-aware semantic segmentation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1600" b="0">
                <a:solidFill>
                  <a:srgbClr val="FFFFFF"/>
                </a:solidFill>
                <a:latin typeface="IBM Plex Sans"/>
              </a:rPr>
              <a:t>AI threat prediction &amp; safe path planning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1600" b="0">
                <a:solidFill>
                  <a:srgbClr val="FFFFFF"/>
                </a:solidFill>
                <a:latin typeface="IBM Plex Sans"/>
              </a:rPr>
              <a:t>Explainable AI threat assessment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1600" b="0">
                <a:solidFill>
                  <a:srgbClr val="FFFFFF"/>
                </a:solidFill>
                <a:latin typeface="IBM Plex Sans"/>
              </a:rPr>
              <a:t>Prioritised alerts, one unified dashboard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35040" y="1691640"/>
            <a:ext cx="5669280" cy="525780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217920" y="1828800"/>
            <a:ext cx="5303520" cy="49834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OUR SOLUTION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LiDAR 3D perception + semantic segmentation for real-time scene understanding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Adaptive 2.5D terrain maps: paths, obstacles, slopes, restricted zones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Detects, classifies &amp; tracks humans, vehicles and suspicious objects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Risk-aware analysis assigns threat levels and flags high-risk zones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Predicts threat movement and recommends safer routes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Command dashboard for real-time situational awareness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700" b="0">
                <a:solidFill>
                  <a:srgbClr val="FFFFFF"/>
                </a:solidFill>
                <a:latin typeface="IBM Plex Sans"/>
              </a:rPr>
              <a:t>Works across borders, forests, mountains, deserts &amp; disaster zones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6" name="Group 6"/>
          <p:cNvGrpSpPr/>
          <p:nvPr/>
        </p:nvGrpSpPr>
        <p:grpSpPr>
          <a:xfrm>
            <a:off x="0" y="9659617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0" y="8359407"/>
            <a:ext cx="2007108" cy="1927860"/>
            <a:chOff x="0" y="0"/>
            <a:chExt cx="2676144" cy="2570480"/>
          </a:xfrm>
        </p:grpSpPr>
        <p:sp>
          <p:nvSpPr>
            <p:cNvPr id="9" name="Freeform 9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55564" y="9891646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1830831" y="-610"/>
            <a:ext cx="6457188" cy="5910072"/>
            <a:chOff x="0" y="0"/>
            <a:chExt cx="8609584" cy="7880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293600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6805005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316411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4422726" y="190033"/>
            <a:ext cx="3648456" cy="1277112"/>
            <a:chOff x="0" y="0"/>
            <a:chExt cx="4864608" cy="1702816"/>
          </a:xfrm>
        </p:grpSpPr>
        <p:sp>
          <p:nvSpPr>
            <p:cNvPr id="19" name="Freeform 19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391" y="395354"/>
            <a:ext cx="4927092" cy="868680"/>
            <a:chOff x="0" y="0"/>
            <a:chExt cx="6569456" cy="1158240"/>
          </a:xfrm>
        </p:grpSpPr>
        <p:sp>
          <p:nvSpPr>
            <p:cNvPr id="21" name="Freeform 21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Freeform 22"/>
          <p:cNvSpPr/>
          <p:nvPr/>
        </p:nvSpPr>
        <p:spPr>
          <a:xfrm>
            <a:off x="237573" y="19001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4572000" y="384048"/>
            <a:ext cx="950976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TECHNICAL APPROACH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705" y="979440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135"/>
              </a:lnSpc>
            </a:pPr>
            <a:r>
              <a:rPr lang="en-US" sz="29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6E8DE889-BE6A-9161-5DD7-29F0CD6989C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390" t="3403" r="3993" b="3388"/>
          <a:stretch>
            <a:fillRect/>
          </a:stretch>
        </p:blipFill>
        <p:spPr>
          <a:xfrm>
            <a:off x="13441680" y="1691640"/>
            <a:ext cx="4379976" cy="521208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548640" y="1691640"/>
            <a:ext cx="12252960" cy="475488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1810512"/>
            <a:ext cx="1179576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PROCESS OF IMPLEMENTATION</a:t>
            </a:r>
          </a:p>
        </p:txBody>
      </p:sp>
      <p:sp>
        <p:nvSpPr>
          <p:cNvPr id="37" name="Oval 36"/>
          <p:cNvSpPr/>
          <p:nvPr/>
        </p:nvSpPr>
        <p:spPr>
          <a:xfrm>
            <a:off x="822960" y="2395728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2395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2377440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Dataset collection (LiDAR &amp; images)</a:t>
            </a:r>
          </a:p>
        </p:txBody>
      </p:sp>
      <p:sp>
        <p:nvSpPr>
          <p:cNvPr id="40" name="Oval 39"/>
          <p:cNvSpPr/>
          <p:nvPr/>
        </p:nvSpPr>
        <p:spPr>
          <a:xfrm>
            <a:off x="822960" y="3182112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3182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36192" y="3163824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Preprocessing &amp; noise removal</a:t>
            </a:r>
          </a:p>
        </p:txBody>
      </p:sp>
      <p:sp>
        <p:nvSpPr>
          <p:cNvPr id="43" name="Oval 42"/>
          <p:cNvSpPr/>
          <p:nvPr/>
        </p:nvSpPr>
        <p:spPr>
          <a:xfrm>
            <a:off x="822960" y="396849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9684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36192" y="3950208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LiDAR–image data fusion</a:t>
            </a:r>
          </a:p>
        </p:txBody>
      </p:sp>
      <p:sp>
        <p:nvSpPr>
          <p:cNvPr id="46" name="Oval 45"/>
          <p:cNvSpPr/>
          <p:nvPr/>
        </p:nvSpPr>
        <p:spPr>
          <a:xfrm>
            <a:off x="822960" y="4754880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754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4736592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Semantic segmentation &amp; terrain understanding</a:t>
            </a:r>
          </a:p>
        </p:txBody>
      </p:sp>
      <p:sp>
        <p:nvSpPr>
          <p:cNvPr id="49" name="Oval 48"/>
          <p:cNvSpPr/>
          <p:nvPr/>
        </p:nvSpPr>
        <p:spPr>
          <a:xfrm>
            <a:off x="822960" y="5541264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5412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522976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Adaptive 2.5D map generation</a:t>
            </a:r>
          </a:p>
        </p:txBody>
      </p:sp>
      <p:sp>
        <p:nvSpPr>
          <p:cNvPr id="52" name="Oval 51"/>
          <p:cNvSpPr/>
          <p:nvPr/>
        </p:nvSpPr>
        <p:spPr>
          <a:xfrm>
            <a:off x="6812280" y="2395728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12280" y="23957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25512" y="2377440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Threat detection &amp; classification</a:t>
            </a:r>
          </a:p>
        </p:txBody>
      </p:sp>
      <p:sp>
        <p:nvSpPr>
          <p:cNvPr id="55" name="Oval 54"/>
          <p:cNvSpPr/>
          <p:nvPr/>
        </p:nvSpPr>
        <p:spPr>
          <a:xfrm>
            <a:off x="6812280" y="3182112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12280" y="31821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5512" y="3163824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Risk assessment &amp; threat prediction</a:t>
            </a:r>
          </a:p>
        </p:txBody>
      </p:sp>
      <p:sp>
        <p:nvSpPr>
          <p:cNvPr id="58" name="Oval 57"/>
          <p:cNvSpPr/>
          <p:nvPr/>
        </p:nvSpPr>
        <p:spPr>
          <a:xfrm>
            <a:off x="6812280" y="3968496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12280" y="39684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25512" y="3950208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Safe path planning &amp; navigation</a:t>
            </a:r>
          </a:p>
        </p:txBody>
      </p:sp>
      <p:sp>
        <p:nvSpPr>
          <p:cNvPr id="61" name="Oval 60"/>
          <p:cNvSpPr/>
          <p:nvPr/>
        </p:nvSpPr>
        <p:spPr>
          <a:xfrm>
            <a:off x="6812280" y="4754880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4754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09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25512" y="4736592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Real-time dashboard &amp; alerts</a:t>
            </a:r>
          </a:p>
        </p:txBody>
      </p:sp>
      <p:sp>
        <p:nvSpPr>
          <p:cNvPr id="64" name="Oval 63"/>
          <p:cNvSpPr/>
          <p:nvPr/>
        </p:nvSpPr>
        <p:spPr>
          <a:xfrm>
            <a:off x="6812280" y="5541264"/>
            <a:ext cx="566928" cy="566928"/>
          </a:xfrm>
          <a:prstGeom prst="ellipse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12280" y="554126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IBM Plex Sans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5522976"/>
            <a:ext cx="512064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IBM Plex Sans"/>
              </a:rPr>
              <a:t>Decision support &amp; mission intelligence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94560" y="66751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TECH STACK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194560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66A206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2194560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IBM Plex Sans"/>
              </a:rPr>
              <a:t>AI / ML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PyTorch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OpenCV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Scikit-learn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NumPy · Pandas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279392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08120A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279392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LiDAR &amp; Point Cloud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Open3D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PointNet++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DBSCAN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RANSAC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364223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66A206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364223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IBM Plex Sans"/>
              </a:rPr>
              <a:t>Segmentation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DeepLabV3+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U-Net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SPVCNN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449056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08120A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449056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Mapping &amp; Nav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Adaptive 2.5D map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A* · Dijkstra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Occupancy grid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533888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66A206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0533888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IBM Plex Sans"/>
              </a:rPr>
              <a:t>Backend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Python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FastAPI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2618719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08120A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12618719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92D050"/>
                </a:solidFill>
                <a:latin typeface="IBM Plex Sans"/>
              </a:rPr>
              <a:t>Frontend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React.js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Tailwind CSS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Chart.js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FFFFFF"/>
                </a:solidFill>
                <a:latin typeface="IBM Plex Sans"/>
              </a:rPr>
              <a:t>Leaflet.js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4703551" y="7178040"/>
            <a:ext cx="1947672" cy="1828800"/>
          </a:xfrm>
          <a:prstGeom prst="roundRect">
            <a:avLst>
              <a:gd name="adj" fmla="val 8000"/>
            </a:avLst>
          </a:prstGeom>
          <a:solidFill>
            <a:srgbClr val="66A206"/>
          </a:solidFill>
          <a:ln w="1587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4703551" y="7251192"/>
            <a:ext cx="1947672" cy="1682496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000000"/>
                </a:solidFill>
                <a:latin typeface="IBM Plex Sans"/>
              </a:rPr>
              <a:t>Database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PostgreSQL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IBM Plex Sans"/>
              </a:rPr>
              <a:t>MongoDB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0" y="9659617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0" y="8359407"/>
            <a:ext cx="2007108" cy="1927860"/>
            <a:chOff x="0" y="0"/>
            <a:chExt cx="2676144" cy="2570480"/>
          </a:xfrm>
        </p:grpSpPr>
        <p:sp>
          <p:nvSpPr>
            <p:cNvPr id="9" name="Freeform 9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55564" y="9891646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1830831" y="-610"/>
            <a:ext cx="6457188" cy="5910072"/>
            <a:chOff x="0" y="0"/>
            <a:chExt cx="8609584" cy="7880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5" name="Freeform 15"/>
          <p:cNvSpPr/>
          <p:nvPr/>
        </p:nvSpPr>
        <p:spPr>
          <a:xfrm>
            <a:off x="17293600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6805005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316411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4422726" y="190033"/>
            <a:ext cx="3648456" cy="1277112"/>
            <a:chOff x="0" y="0"/>
            <a:chExt cx="4864608" cy="1702816"/>
          </a:xfrm>
        </p:grpSpPr>
        <p:sp>
          <p:nvSpPr>
            <p:cNvPr id="19" name="Freeform 19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391" y="395354"/>
            <a:ext cx="4927092" cy="868680"/>
            <a:chOff x="0" y="0"/>
            <a:chExt cx="6569456" cy="1158240"/>
          </a:xfrm>
        </p:grpSpPr>
        <p:sp>
          <p:nvSpPr>
            <p:cNvPr id="21" name="Freeform 21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Freeform 22"/>
          <p:cNvSpPr/>
          <p:nvPr/>
        </p:nvSpPr>
        <p:spPr>
          <a:xfrm>
            <a:off x="237573" y="19001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4572000" y="384048"/>
            <a:ext cx="950976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AND BENEFITS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705" y="979440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E7D5E20-EA10-3C69-C291-5D25BEBA308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1691640"/>
            <a:ext cx="9509760" cy="5193792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332720" y="169164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15600" y="1828800"/>
            <a:ext cx="3383279" cy="2971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SOCIAL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Safer borders &amp; public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Less risk to personnel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Faster disaster rescue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Critical sites protected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4264640" y="169164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447520" y="1828800"/>
            <a:ext cx="3383279" cy="2971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ECONOMIC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Lower surveillance cost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Smarter use of resources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Software-first deployment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Less manpower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512064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515600" y="5257800"/>
            <a:ext cx="3383279" cy="2971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SECURITY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Real-time threat detection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Faster response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Stronger border watch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Full situational awareness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264640" y="5120640"/>
            <a:ext cx="3749039" cy="3246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4447520" y="5257800"/>
            <a:ext cx="3383279" cy="2971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OPERATIONAL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Intelligent decision support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Automated threat analysis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Safe route planning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1900" b="0">
                <a:solidFill>
                  <a:srgbClr val="FFFFFF"/>
                </a:solidFill>
                <a:latin typeface="IBM Plex Sans"/>
              </a:rPr>
              <a:t>Higher mission success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94560" y="7086600"/>
            <a:ext cx="7863840" cy="14173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377440" y="7178040"/>
            <a:ext cx="7498079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TECHNOLOGICAL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IBM Plex Sans"/>
              </a:rPr>
              <a:t>AI threat intelligence  ·  Adaptive 2.5D mapping  ·  Risk-aware scene understanding  ·  Threat prediction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-391" y="25441"/>
            <a:ext cx="18288000" cy="10293096"/>
            <a:chOff x="0" y="0"/>
            <a:chExt cx="24384000" cy="13724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4128"/>
            </a:xfrm>
            <a:custGeom>
              <a:avLst/>
              <a:gdLst/>
              <a:ahLst/>
              <a:cxnLst/>
              <a:rect l="l" t="t" r="r" b="b"/>
              <a:pathLst>
                <a:path w="24384000" h="13724128">
                  <a:moveTo>
                    <a:pt x="0" y="0"/>
                  </a:moveTo>
                  <a:lnTo>
                    <a:pt x="24384000" y="0"/>
                  </a:lnTo>
                  <a:lnTo>
                    <a:pt x="24384000" y="13724128"/>
                  </a:lnTo>
                  <a:lnTo>
                    <a:pt x="0" y="137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659617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0" y="8359407"/>
            <a:ext cx="2007108" cy="1927860"/>
            <a:chOff x="0" y="0"/>
            <a:chExt cx="2676144" cy="2570480"/>
          </a:xfrm>
        </p:grpSpPr>
        <p:sp>
          <p:nvSpPr>
            <p:cNvPr id="9" name="Freeform 9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55564" y="9891646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1830831" y="-610"/>
            <a:ext cx="6457188" cy="5910072"/>
            <a:chOff x="0" y="0"/>
            <a:chExt cx="8609584" cy="7880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293600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6805005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6316411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4422726" y="190033"/>
            <a:ext cx="3648456" cy="1277112"/>
            <a:chOff x="0" y="0"/>
            <a:chExt cx="4864608" cy="1702816"/>
          </a:xfrm>
        </p:grpSpPr>
        <p:sp>
          <p:nvSpPr>
            <p:cNvPr id="20" name="Freeform 20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391" y="395354"/>
            <a:ext cx="4927092" cy="868680"/>
            <a:chOff x="0" y="0"/>
            <a:chExt cx="6569456" cy="1158240"/>
          </a:xfrm>
        </p:grpSpPr>
        <p:sp>
          <p:nvSpPr>
            <p:cNvPr id="22" name="Freeform 22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Freeform 23"/>
          <p:cNvSpPr/>
          <p:nvPr/>
        </p:nvSpPr>
        <p:spPr>
          <a:xfrm>
            <a:off x="237573" y="19001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4572000" y="384048"/>
            <a:ext cx="950976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FEASIBILITY AND VIABILITY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681705" y="979440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1691640"/>
            <a:ext cx="5669280" cy="658368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1828800"/>
            <a:ext cx="5303520" cy="63093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WHY IT IS FEASIBLE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Built on proven tech: AI, LiDAR, thermal imaging, radar &amp; IoT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Prototype possible with affordable sensors and edge-computing devices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Modular design scales from one outpost to an entire border</a:t>
            </a:r>
          </a:p>
          <a:p>
            <a:pPr algn="l">
              <a:spcAft>
                <a:spcPts val="18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✓  </a:t>
            </a:r>
            <a:r>
              <a:rPr sz="2200" b="0">
                <a:solidFill>
                  <a:srgbClr val="FFFFFF"/>
                </a:solidFill>
                <a:latin typeface="IBM Plex Sans"/>
              </a:rPr>
              <a:t>Open-source AI stack keeps software costs low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1691640"/>
            <a:ext cx="11338560" cy="658368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20840" y="1810512"/>
            <a:ext cx="502920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FF6B6B"/>
                </a:solidFill>
                <a:latin typeface="IBM Plex Sans"/>
              </a:rPr>
              <a:t>CHALLENGES &amp; RISKS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90120" y="1810512"/>
            <a:ext cx="5303520" cy="457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HOW WE OVERCOME THEM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468880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720840" y="2468880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High hardware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0" y="2468880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90120" y="2468880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390120" y="2468880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Cost-effective modular hardware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3401568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20840" y="3401568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Harsh weather conditions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04320" y="3401568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2390120" y="3401568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2390120" y="3401568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Multi-sensor fusion (LiDAR + thermal + radar)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0840" y="4334256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4334256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False alarms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320" y="4334256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390120" y="4334256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390120" y="4334256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Continuous AI model training &amp; fusion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20840" y="5266944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720840" y="5266944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Limited connectivity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0" y="5266944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90120" y="5266944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390120" y="5266944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Edge AI processing on-site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6199632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720840" y="6199632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Power requirements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04320" y="6199632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2390120" y="6199632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12390120" y="6199632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Backup power &amp; communication systems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720840" y="7132320"/>
            <a:ext cx="4937760" cy="749808"/>
          </a:xfrm>
          <a:prstGeom prst="roundRect">
            <a:avLst>
              <a:gd name="adj" fmla="val 20000"/>
            </a:avLst>
          </a:prstGeom>
          <a:solidFill>
            <a:srgbClr val="2A0E0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720840" y="7132320"/>
            <a:ext cx="493776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IBM Plex Sans"/>
              </a:rPr>
              <a:t>Huge real-time 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0" y="7132320"/>
            <a:ext cx="6400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390120" y="7132320"/>
            <a:ext cx="5212080" cy="749808"/>
          </a:xfrm>
          <a:prstGeom prst="roundRect">
            <a:avLst>
              <a:gd name="adj" fmla="val 20000"/>
            </a:avLst>
          </a:prstGeom>
          <a:solidFill>
            <a:srgbClr val="10260C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2390120" y="7132320"/>
            <a:ext cx="5212080" cy="7498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IBM Plex Sans"/>
              </a:rPr>
              <a:t>Edge filtering; send only alerts to command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83830" y="190014"/>
            <a:ext cx="18288000" cy="10293096"/>
            <a:chOff x="0" y="0"/>
            <a:chExt cx="24384000" cy="137241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24128"/>
            </a:xfrm>
            <a:custGeom>
              <a:avLst/>
              <a:gdLst/>
              <a:ahLst/>
              <a:cxnLst/>
              <a:rect l="l" t="t" r="r" b="b"/>
              <a:pathLst>
                <a:path w="24384000" h="13724128">
                  <a:moveTo>
                    <a:pt x="0" y="0"/>
                  </a:moveTo>
                  <a:lnTo>
                    <a:pt x="24384000" y="0"/>
                  </a:lnTo>
                  <a:lnTo>
                    <a:pt x="24384000" y="13724128"/>
                  </a:lnTo>
                  <a:lnTo>
                    <a:pt x="0" y="137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9659617"/>
            <a:ext cx="18288000" cy="627888"/>
            <a:chOff x="0" y="0"/>
            <a:chExt cx="24384000" cy="8371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384000" cy="837184"/>
            </a:xfrm>
            <a:custGeom>
              <a:avLst/>
              <a:gdLst/>
              <a:ahLst/>
              <a:cxnLst/>
              <a:rect l="l" t="t" r="r" b="b"/>
              <a:pathLst>
                <a:path w="24384000" h="837184">
                  <a:moveTo>
                    <a:pt x="0" y="0"/>
                  </a:moveTo>
                  <a:lnTo>
                    <a:pt x="24384000" y="0"/>
                  </a:lnTo>
                  <a:lnTo>
                    <a:pt x="24384000" y="837184"/>
                  </a:lnTo>
                  <a:lnTo>
                    <a:pt x="0" y="837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90" y="8359407"/>
            <a:ext cx="2007108" cy="1927860"/>
            <a:chOff x="0" y="0"/>
            <a:chExt cx="2676144" cy="2570480"/>
          </a:xfrm>
        </p:grpSpPr>
        <p:sp>
          <p:nvSpPr>
            <p:cNvPr id="9" name="Freeform 9"/>
            <p:cNvSpPr/>
            <p:nvPr/>
          </p:nvSpPr>
          <p:spPr>
            <a:xfrm>
              <a:off x="254" y="356"/>
              <a:ext cx="2675636" cy="2569769"/>
            </a:xfrm>
            <a:custGeom>
              <a:avLst/>
              <a:gdLst/>
              <a:ahLst/>
              <a:cxnLst/>
              <a:rect l="l" t="t" r="r" b="b"/>
              <a:pathLst>
                <a:path w="2675636" h="2569769">
                  <a:moveTo>
                    <a:pt x="0" y="0"/>
                  </a:moveTo>
                  <a:lnTo>
                    <a:pt x="2675636" y="0"/>
                  </a:lnTo>
                  <a:lnTo>
                    <a:pt x="2675636" y="2569768"/>
                  </a:lnTo>
                  <a:lnTo>
                    <a:pt x="0" y="2569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9" t="-13" r="-9" b="-1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855564" y="9891646"/>
            <a:ext cx="1432560" cy="333756"/>
          </a:xfrm>
          <a:custGeom>
            <a:avLst/>
            <a:gdLst/>
            <a:ahLst/>
            <a:cxnLst/>
            <a:rect l="l" t="t" r="r" b="b"/>
            <a:pathLst>
              <a:path w="1432560" h="333756">
                <a:moveTo>
                  <a:pt x="0" y="0"/>
                </a:moveTo>
                <a:lnTo>
                  <a:pt x="1432560" y="0"/>
                </a:lnTo>
                <a:lnTo>
                  <a:pt x="1432560" y="333756"/>
                </a:lnTo>
                <a:lnTo>
                  <a:pt x="0" y="333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210" r="-2500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1" name="Group 11"/>
          <p:cNvGrpSpPr/>
          <p:nvPr/>
        </p:nvGrpSpPr>
        <p:grpSpPr>
          <a:xfrm>
            <a:off x="11613994" y="1198074"/>
            <a:ext cx="6457188" cy="5910072"/>
            <a:chOff x="0" y="0"/>
            <a:chExt cx="8609584" cy="7880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09584" cy="7880096"/>
            </a:xfrm>
            <a:custGeom>
              <a:avLst/>
              <a:gdLst/>
              <a:ahLst/>
              <a:cxnLst/>
              <a:rect l="l" t="t" r="r" b="b"/>
              <a:pathLst>
                <a:path w="8609584" h="7880096">
                  <a:moveTo>
                    <a:pt x="0" y="0"/>
                  </a:moveTo>
                  <a:lnTo>
                    <a:pt x="8609584" y="0"/>
                  </a:lnTo>
                  <a:lnTo>
                    <a:pt x="8609584" y="7880096"/>
                  </a:lnTo>
                  <a:lnTo>
                    <a:pt x="0" y="7880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2464" t="-38396" r="-55851" b="3793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3" name="Freeform 13"/>
          <p:cNvSpPr/>
          <p:nvPr/>
        </p:nvSpPr>
        <p:spPr>
          <a:xfrm>
            <a:off x="17293600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6805005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6316411" y="8798928"/>
            <a:ext cx="544068" cy="553212"/>
          </a:xfrm>
          <a:custGeom>
            <a:avLst/>
            <a:gdLst/>
            <a:ahLst/>
            <a:cxnLst/>
            <a:rect l="l" t="t" r="r" b="b"/>
            <a:pathLst>
              <a:path w="544068" h="553212">
                <a:moveTo>
                  <a:pt x="0" y="0"/>
                </a:moveTo>
                <a:lnTo>
                  <a:pt x="544068" y="0"/>
                </a:lnTo>
                <a:lnTo>
                  <a:pt x="544068" y="553212"/>
                </a:lnTo>
                <a:lnTo>
                  <a:pt x="0" y="553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6" name="Group 16"/>
          <p:cNvGrpSpPr/>
          <p:nvPr/>
        </p:nvGrpSpPr>
        <p:grpSpPr>
          <a:xfrm>
            <a:off x="14422726" y="190033"/>
            <a:ext cx="3648456" cy="1277112"/>
            <a:chOff x="0" y="0"/>
            <a:chExt cx="4864608" cy="1702816"/>
          </a:xfrm>
        </p:grpSpPr>
        <p:sp>
          <p:nvSpPr>
            <p:cNvPr id="17" name="Freeform 17"/>
            <p:cNvSpPr/>
            <p:nvPr/>
          </p:nvSpPr>
          <p:spPr>
            <a:xfrm>
              <a:off x="254" y="508"/>
              <a:ext cx="4864100" cy="1701800"/>
            </a:xfrm>
            <a:custGeom>
              <a:avLst/>
              <a:gdLst/>
              <a:ahLst/>
              <a:cxnLst/>
              <a:rect l="l" t="t" r="r" b="b"/>
              <a:pathLst>
                <a:path w="4864100" h="1701800">
                  <a:moveTo>
                    <a:pt x="0" y="0"/>
                  </a:moveTo>
                  <a:lnTo>
                    <a:pt x="4864100" y="0"/>
                  </a:lnTo>
                  <a:lnTo>
                    <a:pt x="4864100" y="1701800"/>
                  </a:lnTo>
                  <a:lnTo>
                    <a:pt x="0" y="1701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" t="-29" r="-5" b="-2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91" y="395354"/>
            <a:ext cx="4927092" cy="868680"/>
            <a:chOff x="0" y="0"/>
            <a:chExt cx="6569456" cy="1158240"/>
          </a:xfrm>
        </p:grpSpPr>
        <p:sp>
          <p:nvSpPr>
            <p:cNvPr id="19" name="Freeform 19"/>
            <p:cNvSpPr/>
            <p:nvPr/>
          </p:nvSpPr>
          <p:spPr>
            <a:xfrm>
              <a:off x="521" y="-8382"/>
              <a:ext cx="6568415" cy="1168400"/>
            </a:xfrm>
            <a:custGeom>
              <a:avLst/>
              <a:gdLst/>
              <a:ahLst/>
              <a:cxnLst/>
              <a:rect l="l" t="t" r="r" b="b"/>
              <a:pathLst>
                <a:path w="6568415" h="1168400">
                  <a:moveTo>
                    <a:pt x="0" y="0"/>
                  </a:moveTo>
                  <a:lnTo>
                    <a:pt x="6568414" y="0"/>
                  </a:lnTo>
                  <a:lnTo>
                    <a:pt x="6568414" y="1168400"/>
                  </a:lnTo>
                  <a:lnTo>
                    <a:pt x="0" y="116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8284" t="717" r="-52" b="15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0" name="Freeform 20"/>
          <p:cNvSpPr/>
          <p:nvPr/>
        </p:nvSpPr>
        <p:spPr>
          <a:xfrm>
            <a:off x="237573" y="190014"/>
            <a:ext cx="3086100" cy="1278636"/>
          </a:xfrm>
          <a:custGeom>
            <a:avLst/>
            <a:gdLst/>
            <a:ahLst/>
            <a:cxnLst/>
            <a:rect l="l" t="t" r="r" b="b"/>
            <a:pathLst>
              <a:path w="3086100" h="1278636">
                <a:moveTo>
                  <a:pt x="0" y="0"/>
                </a:moveTo>
                <a:lnTo>
                  <a:pt x="3086100" y="0"/>
                </a:lnTo>
                <a:lnTo>
                  <a:pt x="3086100" y="1278636"/>
                </a:lnTo>
                <a:lnTo>
                  <a:pt x="0" y="1278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4572000" y="384048"/>
            <a:ext cx="9509760" cy="868680"/>
          </a:xfrm>
          <a:prstGeom prst="rect">
            <a:avLst/>
          </a:prstGeom>
        </p:spPr>
        <p:txBody>
          <a:bodyPr lIns="0" tIns="0" rIns="0" bIns="0" rtlCol="0" anchor="ctr" wrap="none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400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AND REFERENCES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81705" y="9794405"/>
            <a:ext cx="194120" cy="524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299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60120" y="256032"/>
            <a:ext cx="1828800" cy="106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</a:t>
            </a:r>
          </a:p>
          <a:p>
            <a:pPr algn="ctr">
              <a:lnSpc>
                <a:spcPts val="4275"/>
              </a:lnSpc>
            </a:pPr>
            <a:r>
              <a:rPr lang="en-US" sz="3058" b="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TITANS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1691640"/>
            <a:ext cx="8412480" cy="6675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1828800"/>
            <a:ext cx="8046719" cy="64008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92D050"/>
                </a:solidFill>
                <a:latin typeface="IBM Plex Sans"/>
              </a:rPr>
              <a:t>RESEARCH WORK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LiDAR-based 3D perception for sensing and obstacle detection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Semantic segmentation of terrain, obstacles, vehicles &amp; humans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Adaptive 2.5D mapping for terrain representation &amp; navigation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Real-time threat detection &amp; classification models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Risk assessment &amp; predictive intelligence for threat priority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Path planning &amp; autonomous navigation algorithms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Existing UGV &amp; defence surveillance systems: gaps &amp; opportunities</a:t>
            </a:r>
          </a:p>
          <a:p>
            <a:pPr algn="l">
              <a:spcAft>
                <a:spcPts val="1200"/>
              </a:spcAft>
            </a:pPr>
            <a:r>
              <a:rPr sz="2100" b="1">
                <a:solidFill>
                  <a:srgbClr val="92D050"/>
                </a:solidFill>
                <a:latin typeface="IBM Plex Sans"/>
              </a:rPr>
              <a:t>▸  </a:t>
            </a:r>
            <a:r>
              <a:rPr sz="2100" b="0">
                <a:solidFill>
                  <a:srgbClr val="FFFFFF"/>
                </a:solidFill>
                <a:latin typeface="IBM Plex Sans"/>
              </a:rPr>
              <a:t>Situational awareness &amp; decision-support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1691640"/>
            <a:ext cx="8595360" cy="6675120"/>
          </a:xfrm>
          <a:prstGeom prst="roundRect">
            <a:avLst>
              <a:gd name="adj" fmla="val 6000"/>
            </a:avLst>
          </a:prstGeom>
          <a:solidFill>
            <a:srgbClr val="08120A"/>
          </a:solidFill>
          <a:ln w="22225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418320" y="1810512"/>
            <a:ext cx="8229600" cy="64922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92D050"/>
                </a:solidFill>
                <a:latin typeface="IBM Plex Sans"/>
              </a:rPr>
              <a:t>REFERENCES &amp; LINKS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[1]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1"/>
              </a:rPr>
              <a:t>KITTI Vision Benchmark Suite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Autonomous-driving LiDAR &amp; camera dataset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[2]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2"/>
              </a:rPr>
              <a:t>SemanticKITTI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Point-wise labelled LiDAR scans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[3]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3"/>
              </a:rPr>
              <a:t>PointNet++ (Qi et al., NeurIPS 2017)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Point-cloud feature learning &amp; 3D segmentation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[4]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4"/>
              </a:rPr>
              <a:t>DeepLabV3+ (Chen et al., ECCV 2018)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Image semantic segmentation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[5]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5"/>
              </a:rPr>
              <a:t>Open3D Documentation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3D data processing library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[6]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6"/>
              </a:rPr>
              <a:t>Open3D-PointNet++ (GitHub)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Real-time LiDAR semantic segmentation</a:t>
            </a:r>
          </a:p>
          <a:p>
            <a:pPr algn="l">
              <a:spcAft>
                <a:spcPts val="0"/>
              </a:spcAft>
            </a:pPr>
            <a:r>
              <a:rPr sz="2000" b="1">
                <a:solidFill>
                  <a:srgbClr val="92D050"/>
                </a:solidFill>
                <a:latin typeface="IBM Plex Sans"/>
              </a:rPr>
              <a:t>[7]  </a:t>
            </a:r>
            <a:r>
              <a:rPr sz="2000" b="1">
                <a:solidFill>
                  <a:srgbClr val="FFFFFF"/>
                </a:solidFill>
                <a:latin typeface="IBM Plex Sans"/>
                <a:hlinkClick r:id="rId27"/>
              </a:rPr>
              <a:t>Open3D: Point-cloud segmentation blog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6E4D0"/>
                </a:solidFill>
                <a:latin typeface="IBM Plex Sans"/>
              </a:rPr>
              <a:t>       Segmentation on KITTI &amp; Semantic3D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92D050"/>
      </a:hlink>
      <a:folHlink>
        <a:srgbClr val="92D0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940</Words>
  <Application>Microsoft Office PowerPoint</Application>
  <PresentationFormat>Custom</PresentationFormat>
  <Paragraphs>170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League Spartan</vt:lpstr>
      <vt:lpstr>Arial</vt:lpstr>
      <vt:lpstr>IBM Plex Sans Bold</vt:lpstr>
      <vt:lpstr>IBM Plex Sans</vt:lpstr>
      <vt:lpstr>Times New Roman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Border &amp; Defense Surveillance System.</dc:title>
  <cp:lastModifiedBy>Pranay Yadav</cp:lastModifiedBy>
  <cp:revision>2</cp:revision>
  <dcterms:created xsi:type="dcterms:W3CDTF">2006-08-16T00:00:00Z</dcterms:created>
  <dcterms:modified xsi:type="dcterms:W3CDTF">2026-09-30T17:59:02Z</dcterms:modified>
  <dc:identifier>DAHWkK3w4oA</dc:identifier>
</cp:coreProperties>
</file>